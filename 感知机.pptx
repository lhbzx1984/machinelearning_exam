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heme/theme2.xml" ContentType="application/vnd.openxmlformats-officedocument.them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1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63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26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tags" Target="../tags/tag93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slideMaster" Target="../slideMasters/slideMaster1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24" Type="http://schemas.openxmlformats.org/officeDocument/2006/relationships/tags" Target="../tags/tag96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tags" Target="../tags/tag95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tags" Target="../tags/tag9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9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1"/>
            </p:custDataLst>
          </p:nvPr>
        </p:nvSpPr>
        <p:spPr>
          <a:xfrm>
            <a:off x="9070340" y="0"/>
            <a:ext cx="3121660" cy="2059940"/>
          </a:xfrm>
          <a:custGeom>
            <a:avLst/>
            <a:gdLst>
              <a:gd name="connsiteX0" fmla="*/ 3121594 w 3121594"/>
              <a:gd name="connsiteY0" fmla="*/ 2059935 h 2059935"/>
              <a:gd name="connsiteX1" fmla="*/ 3121594 w 3121594"/>
              <a:gd name="connsiteY1" fmla="*/ 0 h 2059935"/>
              <a:gd name="connsiteX2" fmla="*/ 0 w 3121594"/>
              <a:gd name="connsiteY2" fmla="*/ 0 h 205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21594" h="2059935">
                <a:moveTo>
                  <a:pt x="3121594" y="2059935"/>
                </a:moveTo>
                <a:lnTo>
                  <a:pt x="312159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0" y="4744778"/>
            <a:ext cx="5066665" cy="2120842"/>
            <a:chOff x="0" y="5477"/>
            <a:chExt cx="12744" cy="5335"/>
          </a:xfrm>
        </p:grpSpPr>
        <p:sp>
          <p:nvSpPr>
            <p:cNvPr id="23" name="任意多边形: 形状 22"/>
            <p:cNvSpPr/>
            <p:nvPr>
              <p:custDataLst>
                <p:tags r:id="rId12"/>
              </p:custDataLst>
            </p:nvPr>
          </p:nvSpPr>
          <p:spPr>
            <a:xfrm>
              <a:off x="2" y="5477"/>
              <a:ext cx="12742" cy="5335"/>
            </a:xfrm>
            <a:custGeom>
              <a:avLst/>
              <a:gdLst>
                <a:gd name="connsiteX0" fmla="*/ 0 w 7228154"/>
                <a:gd name="connsiteY0" fmla="*/ 0 h 4082474"/>
                <a:gd name="connsiteX1" fmla="*/ 0 w 7228154"/>
                <a:gd name="connsiteY1" fmla="*/ 4082475 h 4082474"/>
                <a:gd name="connsiteX2" fmla="*/ 7228154 w 7228154"/>
                <a:gd name="connsiteY2" fmla="*/ 4082475 h 408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28154" h="4082474">
                  <a:moveTo>
                    <a:pt x="0" y="0"/>
                  </a:moveTo>
                  <a:lnTo>
                    <a:pt x="0" y="4082475"/>
                  </a:lnTo>
                  <a:lnTo>
                    <a:pt x="7228154" y="4082475"/>
                  </a:lnTo>
                  <a:close/>
                </a:path>
              </a:pathLst>
            </a:custGeom>
            <a:solidFill>
              <a:schemeClr val="accent4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4" name="任意多边形: 形状 23"/>
            <p:cNvSpPr/>
            <p:nvPr>
              <p:custDataLst>
                <p:tags r:id="rId13"/>
              </p:custDataLst>
            </p:nvPr>
          </p:nvSpPr>
          <p:spPr>
            <a:xfrm>
              <a:off x="0" y="6151"/>
              <a:ext cx="11383" cy="4661"/>
            </a:xfrm>
            <a:custGeom>
              <a:avLst/>
              <a:gdLst>
                <a:gd name="connsiteX0" fmla="*/ 0 w 7228154"/>
                <a:gd name="connsiteY0" fmla="*/ 0 h 4082474"/>
                <a:gd name="connsiteX1" fmla="*/ 0 w 7228154"/>
                <a:gd name="connsiteY1" fmla="*/ 4082475 h 4082474"/>
                <a:gd name="connsiteX2" fmla="*/ 7228155 w 7228154"/>
                <a:gd name="connsiteY2" fmla="*/ 4082475 h 408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28154" h="4082474">
                  <a:moveTo>
                    <a:pt x="0" y="0"/>
                  </a:moveTo>
                  <a:lnTo>
                    <a:pt x="0" y="4082475"/>
                  </a:lnTo>
                  <a:lnTo>
                    <a:pt x="7228155" y="4082475"/>
                  </a:lnTo>
                  <a:close/>
                </a:path>
              </a:pathLst>
            </a:custGeom>
            <a:solidFill>
              <a:schemeClr val="accent6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25" name="任意多边形: 形状 24"/>
          <p:cNvSpPr/>
          <p:nvPr>
            <p:custDataLst>
              <p:tags r:id="rId3"/>
            </p:custDataLst>
          </p:nvPr>
        </p:nvSpPr>
        <p:spPr>
          <a:xfrm>
            <a:off x="0" y="0"/>
            <a:ext cx="2552700" cy="4409440"/>
          </a:xfrm>
          <a:custGeom>
            <a:avLst/>
            <a:gdLst>
              <a:gd name="connsiteX0" fmla="*/ 0 w 7837895"/>
              <a:gd name="connsiteY0" fmla="*/ 4409530 h 4409529"/>
              <a:gd name="connsiteX1" fmla="*/ 0 w 7837895"/>
              <a:gd name="connsiteY1" fmla="*/ 0 h 4409529"/>
              <a:gd name="connsiteX2" fmla="*/ 7837896 w 7837895"/>
              <a:gd name="connsiteY2" fmla="*/ 0 h 4409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37895" h="4409529">
                <a:moveTo>
                  <a:pt x="0" y="4409530"/>
                </a:moveTo>
                <a:lnTo>
                  <a:pt x="0" y="0"/>
                </a:lnTo>
                <a:lnTo>
                  <a:pt x="7837896" y="0"/>
                </a:lnTo>
                <a:close/>
              </a:path>
            </a:pathLst>
          </a:custGeom>
          <a:solidFill>
            <a:schemeClr val="accent1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26" name="直接连接符 25"/>
          <p:cNvCxnSpPr/>
          <p:nvPr>
            <p:custDataLst>
              <p:tags r:id="rId4"/>
            </p:custDataLst>
          </p:nvPr>
        </p:nvCxnSpPr>
        <p:spPr>
          <a:xfrm>
            <a:off x="2800732" y="3622040"/>
            <a:ext cx="659053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755527" y="1331623"/>
            <a:ext cx="8680946" cy="2121978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2192655" y="3713619"/>
            <a:ext cx="7896859" cy="511698"/>
          </a:xfrm>
        </p:spPr>
        <p:txBody>
          <a:bodyPr lIns="90170" tIns="46990" rIns="90170" bIns="46990" anchor="ctr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2552700" y="4299889"/>
            <a:ext cx="7107238" cy="51169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  <p:custDataLst>
              <p:tags r:id="rId11"/>
            </p:custDataLst>
          </p:nvPr>
        </p:nvSpPr>
        <p:spPr>
          <a:xfrm>
            <a:off x="2552700" y="4790718"/>
            <a:ext cx="7107238" cy="51169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1" y="0"/>
            <a:ext cx="442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82928">
              <a:shade val="50000"/>
            </a:srgbClr>
          </a:lnRef>
          <a:fillRef idx="1">
            <a:srgbClr val="282928"/>
          </a:fillRef>
          <a:effectRef idx="0">
            <a:srgbClr val="282928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2"/>
            </p:custDataLst>
          </p:nvPr>
        </p:nvSpPr>
        <p:spPr>
          <a:xfrm rot="18900000">
            <a:off x="3955998" y="2955611"/>
            <a:ext cx="946777" cy="946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 rot="18900000">
            <a:off x="4227003" y="3226617"/>
            <a:ext cx="404767" cy="4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rgbClr val="282928">
              <a:shade val="50000"/>
            </a:srgbClr>
          </a:lnRef>
          <a:fillRef idx="1">
            <a:srgbClr val="282928"/>
          </a:fillRef>
          <a:effectRef idx="0">
            <a:srgbClr val="282928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310135" y="2170322"/>
            <a:ext cx="6015208" cy="2357611"/>
          </a:xfrm>
        </p:spPr>
        <p:txBody>
          <a:bodyPr lIns="90000" tIns="46800" rIns="90000" bIns="46800" anchor="ctr" anchorCtr="0">
            <a:normAutofit/>
          </a:bodyPr>
          <a:lstStyle>
            <a:lvl1pPr>
              <a:defRPr sz="7200" u="none" strike="noStrike" kern="1200" cap="none" spc="3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34"/>
          <p:cNvGrpSpPr/>
          <p:nvPr>
            <p:custDataLst>
              <p:tags r:id="rId1"/>
            </p:custDataLst>
          </p:nvPr>
        </p:nvGrpSpPr>
        <p:grpSpPr>
          <a:xfrm>
            <a:off x="9783683" y="0"/>
            <a:ext cx="2416749" cy="6869016"/>
            <a:chOff x="9761381" y="0"/>
            <a:chExt cx="2416749" cy="6869016"/>
          </a:xfrm>
          <a:solidFill>
            <a:srgbClr val="0894A5"/>
          </a:solidFill>
        </p:grpSpPr>
        <p:sp>
          <p:nvSpPr>
            <p:cNvPr id="7" name="任意多边形: 形状 3"/>
            <p:cNvSpPr/>
            <p:nvPr>
              <p:custDataLst>
                <p:tags r:id="rId7"/>
              </p:custDataLst>
            </p:nvPr>
          </p:nvSpPr>
          <p:spPr>
            <a:xfrm>
              <a:off x="9761381" y="0"/>
              <a:ext cx="2158624" cy="4069248"/>
            </a:xfrm>
            <a:custGeom>
              <a:avLst/>
              <a:gdLst>
                <a:gd name="connsiteX0" fmla="*/ 2158625 w 2158624"/>
                <a:gd name="connsiteY0" fmla="*/ 4069249 h 4069248"/>
                <a:gd name="connsiteX1" fmla="*/ 2158625 w 2158624"/>
                <a:gd name="connsiteY1" fmla="*/ 0 h 4069248"/>
                <a:gd name="connsiteX2" fmla="*/ 0 w 2158624"/>
                <a:gd name="connsiteY2" fmla="*/ 0 h 40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8624" h="4069248">
                  <a:moveTo>
                    <a:pt x="2158625" y="4069249"/>
                  </a:moveTo>
                  <a:lnTo>
                    <a:pt x="2158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4"/>
            <p:cNvSpPr/>
            <p:nvPr>
              <p:custDataLst>
                <p:tags r:id="rId8"/>
              </p:custDataLst>
            </p:nvPr>
          </p:nvSpPr>
          <p:spPr>
            <a:xfrm>
              <a:off x="10019506" y="0"/>
              <a:ext cx="2158624" cy="4069248"/>
            </a:xfrm>
            <a:custGeom>
              <a:avLst/>
              <a:gdLst>
                <a:gd name="connsiteX0" fmla="*/ 2158625 w 2158624"/>
                <a:gd name="connsiteY0" fmla="*/ 4069249 h 4069248"/>
                <a:gd name="connsiteX1" fmla="*/ 2158625 w 2158624"/>
                <a:gd name="connsiteY1" fmla="*/ 0 h 4069248"/>
                <a:gd name="connsiteX2" fmla="*/ 0 w 2158624"/>
                <a:gd name="connsiteY2" fmla="*/ 0 h 40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8624" h="4069248">
                  <a:moveTo>
                    <a:pt x="2158625" y="4069249"/>
                  </a:moveTo>
                  <a:lnTo>
                    <a:pt x="2158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9" name="任意多边形: 形状 5"/>
            <p:cNvSpPr/>
            <p:nvPr>
              <p:custDataLst>
                <p:tags r:id="rId9"/>
              </p:custDataLst>
            </p:nvPr>
          </p:nvSpPr>
          <p:spPr>
            <a:xfrm>
              <a:off x="9837300" y="2473317"/>
              <a:ext cx="2340830" cy="4395699"/>
            </a:xfrm>
            <a:custGeom>
              <a:avLst/>
              <a:gdLst>
                <a:gd name="connsiteX0" fmla="*/ 2340830 w 2340830"/>
                <a:gd name="connsiteY0" fmla="*/ 0 h 4395699"/>
                <a:gd name="connsiteX1" fmla="*/ 2340830 w 2340830"/>
                <a:gd name="connsiteY1" fmla="*/ 4395700 h 4395699"/>
                <a:gd name="connsiteX2" fmla="*/ 0 w 2340830"/>
                <a:gd name="connsiteY2" fmla="*/ 4395700 h 4395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0830" h="4395699">
                  <a:moveTo>
                    <a:pt x="2340830" y="0"/>
                  </a:moveTo>
                  <a:lnTo>
                    <a:pt x="2340830" y="4395700"/>
                  </a:lnTo>
                  <a:lnTo>
                    <a:pt x="0" y="4395700"/>
                  </a:lnTo>
                  <a:close/>
                </a:path>
              </a:pathLst>
            </a:custGeom>
            <a:solidFill>
              <a:schemeClr val="accent1"/>
            </a:solidFill>
            <a:ln w="6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0" name="任意多边形: 形状 6"/>
          <p:cNvSpPr/>
          <p:nvPr>
            <p:custDataLst>
              <p:tags r:id="rId2"/>
            </p:custDataLst>
          </p:nvPr>
        </p:nvSpPr>
        <p:spPr>
          <a:xfrm>
            <a:off x="0" y="5755540"/>
            <a:ext cx="965434" cy="1113476"/>
          </a:xfrm>
          <a:custGeom>
            <a:avLst/>
            <a:gdLst>
              <a:gd name="connsiteX0" fmla="*/ 0 w 965434"/>
              <a:gd name="connsiteY0" fmla="*/ 0 h 1113476"/>
              <a:gd name="connsiteX1" fmla="*/ 0 w 965434"/>
              <a:gd name="connsiteY1" fmla="*/ 1113476 h 1113476"/>
              <a:gd name="connsiteX2" fmla="*/ 965434 w 965434"/>
              <a:gd name="connsiteY2" fmla="*/ 1113476 h 1113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434" h="1113476">
                <a:moveTo>
                  <a:pt x="0" y="0"/>
                </a:moveTo>
                <a:lnTo>
                  <a:pt x="0" y="1113476"/>
                </a:lnTo>
                <a:lnTo>
                  <a:pt x="965434" y="111347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2021/10/15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73660" y="4859655"/>
            <a:ext cx="5760085" cy="1998345"/>
            <a:chOff x="4151937" y="5109029"/>
            <a:chExt cx="2721846" cy="944356"/>
          </a:xfrm>
        </p:grpSpPr>
        <p:sp>
          <p:nvSpPr>
            <p:cNvPr id="13" name="等腰三角形 12"/>
            <p:cNvSpPr/>
            <p:nvPr>
              <p:custDataLst>
                <p:tags r:id="rId16"/>
              </p:custDataLst>
            </p:nvPr>
          </p:nvSpPr>
          <p:spPr>
            <a:xfrm>
              <a:off x="4565168" y="5109029"/>
              <a:ext cx="1912727" cy="94435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>
              <p:custDataLst>
                <p:tags r:id="rId17"/>
              </p:custDataLst>
            </p:nvPr>
          </p:nvSpPr>
          <p:spPr>
            <a:xfrm>
              <a:off x="5562405" y="5405929"/>
              <a:ext cx="1311378" cy="647456"/>
            </a:xfrm>
            <a:prstGeom prst="triangl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>
              <p:custDataLst>
                <p:tags r:id="rId18"/>
              </p:custDataLst>
            </p:nvPr>
          </p:nvSpPr>
          <p:spPr>
            <a:xfrm>
              <a:off x="4786508" y="5720585"/>
              <a:ext cx="674063" cy="33280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>
              <p:custDataLst>
                <p:tags r:id="rId19"/>
              </p:custDataLst>
            </p:nvPr>
          </p:nvSpPr>
          <p:spPr>
            <a:xfrm>
              <a:off x="4151937" y="5645342"/>
              <a:ext cx="826463" cy="40804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等腰三角形 22"/>
            <p:cNvSpPr/>
            <p:nvPr>
              <p:custDataLst>
                <p:tags r:id="rId20"/>
              </p:custDataLst>
            </p:nvPr>
          </p:nvSpPr>
          <p:spPr>
            <a:xfrm>
              <a:off x="6313124" y="5516676"/>
              <a:ext cx="266605" cy="13162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>
              <p:custDataLst>
                <p:tags r:id="rId21"/>
              </p:custDataLst>
            </p:nvPr>
          </p:nvSpPr>
          <p:spPr>
            <a:xfrm>
              <a:off x="5572277" y="5720585"/>
              <a:ext cx="431377" cy="2129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>
              <p:custDataLst>
                <p:tags r:id="rId22"/>
              </p:custDataLst>
            </p:nvPr>
          </p:nvSpPr>
          <p:spPr>
            <a:xfrm>
              <a:off x="5618478" y="5234511"/>
              <a:ext cx="169487" cy="8368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>
              <p:custDataLst>
                <p:tags r:id="rId23"/>
              </p:custDataLst>
            </p:nvPr>
          </p:nvSpPr>
          <p:spPr>
            <a:xfrm>
              <a:off x="4565168" y="5348993"/>
              <a:ext cx="266605" cy="131629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24"/>
              </p:custDataLst>
            </p:nvPr>
          </p:nvSpPr>
          <p:spPr>
            <a:xfrm>
              <a:off x="4202503" y="5803305"/>
              <a:ext cx="169487" cy="83680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>
            <p:custDataLst>
              <p:tags r:id="rId2"/>
            </p:custDataLst>
          </p:nvPr>
        </p:nvGrpSpPr>
        <p:grpSpPr>
          <a:xfrm rot="10800000">
            <a:off x="6449060" y="0"/>
            <a:ext cx="5737860" cy="1990725"/>
            <a:chOff x="4151937" y="5109029"/>
            <a:chExt cx="2721846" cy="944356"/>
          </a:xfrm>
        </p:grpSpPr>
        <p:sp>
          <p:nvSpPr>
            <p:cNvPr id="29" name="等腰三角形 28"/>
            <p:cNvSpPr/>
            <p:nvPr>
              <p:custDataLst>
                <p:tags r:id="rId7"/>
              </p:custDataLst>
            </p:nvPr>
          </p:nvSpPr>
          <p:spPr>
            <a:xfrm>
              <a:off x="4565168" y="5109029"/>
              <a:ext cx="1912727" cy="94435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等腰三角形 29"/>
            <p:cNvSpPr/>
            <p:nvPr>
              <p:custDataLst>
                <p:tags r:id="rId8"/>
              </p:custDataLst>
            </p:nvPr>
          </p:nvSpPr>
          <p:spPr>
            <a:xfrm>
              <a:off x="5562405" y="5405929"/>
              <a:ext cx="1311378" cy="647456"/>
            </a:xfrm>
            <a:prstGeom prst="triangl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>
              <p:custDataLst>
                <p:tags r:id="rId9"/>
              </p:custDataLst>
            </p:nvPr>
          </p:nvSpPr>
          <p:spPr>
            <a:xfrm>
              <a:off x="4786508" y="5720585"/>
              <a:ext cx="674063" cy="33280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>
              <p:custDataLst>
                <p:tags r:id="rId10"/>
              </p:custDataLst>
            </p:nvPr>
          </p:nvSpPr>
          <p:spPr>
            <a:xfrm>
              <a:off x="4151937" y="5645342"/>
              <a:ext cx="826463" cy="40804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>
              <p:custDataLst>
                <p:tags r:id="rId11"/>
              </p:custDataLst>
            </p:nvPr>
          </p:nvSpPr>
          <p:spPr>
            <a:xfrm>
              <a:off x="6313124" y="5516676"/>
              <a:ext cx="266605" cy="13162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>
              <p:custDataLst>
                <p:tags r:id="rId12"/>
              </p:custDataLst>
            </p:nvPr>
          </p:nvSpPr>
          <p:spPr>
            <a:xfrm>
              <a:off x="5572277" y="5720585"/>
              <a:ext cx="431377" cy="212981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>
              <p:custDataLst>
                <p:tags r:id="rId13"/>
              </p:custDataLst>
            </p:nvPr>
          </p:nvSpPr>
          <p:spPr>
            <a:xfrm>
              <a:off x="5618478" y="5234511"/>
              <a:ext cx="169487" cy="8368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>
              <p:custDataLst>
                <p:tags r:id="rId14"/>
              </p:custDataLst>
            </p:nvPr>
          </p:nvSpPr>
          <p:spPr>
            <a:xfrm>
              <a:off x="4565168" y="5348993"/>
              <a:ext cx="266605" cy="131629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/>
            <p:cNvSpPr/>
            <p:nvPr>
              <p:custDataLst>
                <p:tags r:id="rId15"/>
              </p:custDataLst>
            </p:nvPr>
          </p:nvSpPr>
          <p:spPr>
            <a:xfrm>
              <a:off x="4202503" y="5803305"/>
              <a:ext cx="169487" cy="83680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3FC1E0">
                <a:shade val="50000"/>
              </a:srgbClr>
            </a:lnRef>
            <a:fillRef idx="1">
              <a:srgbClr val="3FC1E0"/>
            </a:fillRef>
            <a:effectRef idx="0">
              <a:srgbClr val="3FC1E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793365" y="2295525"/>
            <a:ext cx="6605270" cy="1950085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114415"/>
            <a:ext cx="7261225" cy="66421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193790"/>
            <a:ext cx="7261225" cy="66421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7"/>
          <p:cNvSpPr/>
          <p:nvPr>
            <p:custDataLst>
              <p:tags r:id="rId3"/>
            </p:custDataLst>
          </p:nvPr>
        </p:nvSpPr>
        <p:spPr>
          <a:xfrm>
            <a:off x="0" y="6148705"/>
            <a:ext cx="7843520" cy="72009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15"/>
          <p:cNvSpPr/>
          <p:nvPr>
            <p:custDataLst>
              <p:tags r:id="rId2"/>
            </p:custDataLst>
          </p:nvPr>
        </p:nvSpPr>
        <p:spPr>
          <a:xfrm rot="8220000">
            <a:off x="-495300" y="549275"/>
            <a:ext cx="1016635" cy="10521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90" h="1128">
                <a:moveTo>
                  <a:pt x="0" y="0"/>
                </a:moveTo>
                <a:lnTo>
                  <a:pt x="1090" y="0"/>
                </a:lnTo>
                <a:lnTo>
                  <a:pt x="38" y="1128"/>
                </a:lnTo>
                <a:lnTo>
                  <a:pt x="0" y="11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rgbClr val="0894A5">
              <a:shade val="50000"/>
            </a:srgbClr>
          </a:lnRef>
          <a:fillRef idx="1">
            <a:srgbClr val="0894A5"/>
          </a:fillRef>
          <a:effectRef idx="0">
            <a:srgbClr val="0894A5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292205" y="4382135"/>
            <a:ext cx="899160" cy="2477770"/>
            <a:chOff x="17783" y="6171"/>
            <a:chExt cx="1416" cy="4632"/>
          </a:xfrm>
        </p:grpSpPr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7783" y="6641"/>
              <a:ext cx="1417" cy="4162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41" h="7481">
                  <a:moveTo>
                    <a:pt x="3741" y="0"/>
                  </a:moveTo>
                  <a:lnTo>
                    <a:pt x="3741" y="1"/>
                  </a:lnTo>
                  <a:lnTo>
                    <a:pt x="3741" y="7481"/>
                  </a:lnTo>
                  <a:lnTo>
                    <a:pt x="3741" y="7481"/>
                  </a:lnTo>
                  <a:lnTo>
                    <a:pt x="0" y="3741"/>
                  </a:lnTo>
                  <a:lnTo>
                    <a:pt x="37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rgbClr val="0894A5">
                <a:shade val="50000"/>
              </a:srgbClr>
            </a:lnRef>
            <a:fillRef idx="1">
              <a:srgbClr val="0894A5"/>
            </a:fillRef>
            <a:effectRef idx="0">
              <a:srgbClr val="0894A5"/>
            </a:effectRef>
            <a:fontRef idx="minor">
              <a:sysClr val="window" lastClr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17783" y="6171"/>
              <a:ext cx="1417" cy="4162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41" h="7481">
                  <a:moveTo>
                    <a:pt x="3741" y="0"/>
                  </a:moveTo>
                  <a:lnTo>
                    <a:pt x="3741" y="1"/>
                  </a:lnTo>
                  <a:lnTo>
                    <a:pt x="3741" y="7481"/>
                  </a:lnTo>
                  <a:lnTo>
                    <a:pt x="3741" y="7481"/>
                  </a:lnTo>
                  <a:lnTo>
                    <a:pt x="0" y="3741"/>
                  </a:lnTo>
                  <a:lnTo>
                    <a:pt x="3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rgbClr val="0894A5">
                <a:shade val="50000"/>
              </a:srgbClr>
            </a:lnRef>
            <a:fillRef idx="1">
              <a:srgbClr val="0894A5"/>
            </a:fillRef>
            <a:effectRef idx="0">
              <a:srgbClr val="0894A5"/>
            </a:effectRef>
            <a:fontRef idx="minor">
              <a:sysClr val="window" lastClr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7926070" y="6221730"/>
            <a:ext cx="4265930" cy="640080"/>
            <a:chOff x="6681" y="8932"/>
            <a:chExt cx="12521" cy="1880"/>
          </a:xfrm>
        </p:grpSpPr>
        <p:sp>
          <p:nvSpPr>
            <p:cNvPr id="12" name="任意多边形: 形状 3"/>
            <p:cNvSpPr/>
            <p:nvPr>
              <p:custDataLst>
                <p:tags r:id="rId10"/>
              </p:custDataLst>
            </p:nvPr>
          </p:nvSpPr>
          <p:spPr>
            <a:xfrm>
              <a:off x="6681" y="8932"/>
              <a:ext cx="12521" cy="1880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4"/>
            <p:cNvSpPr/>
            <p:nvPr>
              <p:custDataLst>
                <p:tags r:id="rId11"/>
              </p:custDataLst>
            </p:nvPr>
          </p:nvSpPr>
          <p:spPr>
            <a:xfrm>
              <a:off x="7765" y="9076"/>
              <a:ext cx="11435" cy="1724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4" name="任意多边形: 形状 9"/>
          <p:cNvSpPr/>
          <p:nvPr>
            <p:custDataLst>
              <p:tags r:id="rId2"/>
            </p:custDataLst>
          </p:nvPr>
        </p:nvSpPr>
        <p:spPr>
          <a:xfrm>
            <a:off x="11525250" y="0"/>
            <a:ext cx="666750" cy="769620"/>
          </a:xfrm>
          <a:custGeom>
            <a:avLst/>
            <a:gdLst>
              <a:gd name="connsiteX0" fmla="*/ 969010 w 969009"/>
              <a:gd name="connsiteY0" fmla="*/ 1117600 h 1117600"/>
              <a:gd name="connsiteX1" fmla="*/ 969010 w 969009"/>
              <a:gd name="connsiteY1" fmla="*/ 0 h 1117600"/>
              <a:gd name="connsiteX2" fmla="*/ 0 w 969009"/>
              <a:gd name="connsiteY2" fmla="*/ 0 h 111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9009" h="1117600">
                <a:moveTo>
                  <a:pt x="969010" y="1117600"/>
                </a:moveTo>
                <a:lnTo>
                  <a:pt x="96901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388735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438900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7"/>
          <p:cNvSpPr/>
          <p:nvPr>
            <p:custDataLst>
              <p:tags r:id="rId3"/>
            </p:custDataLst>
          </p:nvPr>
        </p:nvSpPr>
        <p:spPr>
          <a:xfrm>
            <a:off x="0" y="6414135"/>
            <a:ext cx="784352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7"/>
          <p:cNvSpPr/>
          <p:nvPr>
            <p:custDataLst>
              <p:tags r:id="rId1"/>
            </p:custDataLst>
          </p:nvPr>
        </p:nvSpPr>
        <p:spPr>
          <a:xfrm rot="10800000">
            <a:off x="568960" y="0"/>
            <a:ext cx="1162304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 rot="10800000">
            <a:off x="-635" y="0"/>
            <a:ext cx="4265930" cy="640080"/>
            <a:chOff x="6681" y="8932"/>
            <a:chExt cx="12521" cy="1880"/>
          </a:xfrm>
        </p:grpSpPr>
        <p:sp>
          <p:nvSpPr>
            <p:cNvPr id="14" name="任意多边形: 形状 3"/>
            <p:cNvSpPr/>
            <p:nvPr>
              <p:custDataLst>
                <p:tags r:id="rId10"/>
              </p:custDataLst>
            </p:nvPr>
          </p:nvSpPr>
          <p:spPr>
            <a:xfrm>
              <a:off x="6681" y="8932"/>
              <a:ext cx="12521" cy="1880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4"/>
            <p:cNvSpPr/>
            <p:nvPr>
              <p:custDataLst>
                <p:tags r:id="rId11"/>
              </p:custDataLst>
            </p:nvPr>
          </p:nvSpPr>
          <p:spPr>
            <a:xfrm>
              <a:off x="7765" y="9076"/>
              <a:ext cx="11435" cy="1724"/>
            </a:xfrm>
            <a:custGeom>
              <a:avLst/>
              <a:gdLst>
                <a:gd name="connsiteX0" fmla="*/ 0 w 7261225"/>
                <a:gd name="connsiteY0" fmla="*/ 1094740 h 1094740"/>
                <a:gd name="connsiteX1" fmla="*/ 7261225 w 7261225"/>
                <a:gd name="connsiteY1" fmla="*/ 1094740 h 1094740"/>
                <a:gd name="connsiteX2" fmla="*/ 7261225 w 7261225"/>
                <a:gd name="connsiteY2" fmla="*/ 0 h 109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1225" h="1094740">
                  <a:moveTo>
                    <a:pt x="0" y="1094740"/>
                  </a:moveTo>
                  <a:lnTo>
                    <a:pt x="7261225" y="109474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3"/>
          <p:cNvSpPr/>
          <p:nvPr>
            <p:custDataLst>
              <p:tags r:id="rId1"/>
            </p:custDataLst>
          </p:nvPr>
        </p:nvSpPr>
        <p:spPr>
          <a:xfrm>
            <a:off x="4930775" y="6388735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4"/>
          <p:cNvSpPr/>
          <p:nvPr>
            <p:custDataLst>
              <p:tags r:id="rId2"/>
            </p:custDataLst>
          </p:nvPr>
        </p:nvSpPr>
        <p:spPr>
          <a:xfrm>
            <a:off x="4930775" y="6438900"/>
            <a:ext cx="7261225" cy="419100"/>
          </a:xfrm>
          <a:custGeom>
            <a:avLst/>
            <a:gdLst>
              <a:gd name="connsiteX0" fmla="*/ 0 w 7261225"/>
              <a:gd name="connsiteY0" fmla="*/ 1094740 h 1094740"/>
              <a:gd name="connsiteX1" fmla="*/ 7261225 w 7261225"/>
              <a:gd name="connsiteY1" fmla="*/ 1094740 h 1094740"/>
              <a:gd name="connsiteX2" fmla="*/ 7261225 w 7261225"/>
              <a:gd name="connsiteY2" fmla="*/ 0 h 109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1225" h="1094740">
                <a:moveTo>
                  <a:pt x="0" y="1094740"/>
                </a:moveTo>
                <a:lnTo>
                  <a:pt x="7261225" y="1094740"/>
                </a:lnTo>
                <a:lnTo>
                  <a:pt x="7261225" y="0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7"/>
          <p:cNvSpPr/>
          <p:nvPr>
            <p:custDataLst>
              <p:tags r:id="rId3"/>
            </p:custDataLst>
          </p:nvPr>
        </p:nvSpPr>
        <p:spPr>
          <a:xfrm>
            <a:off x="0" y="6414135"/>
            <a:ext cx="7843520" cy="454660"/>
          </a:xfrm>
          <a:custGeom>
            <a:avLst/>
            <a:gdLst>
              <a:gd name="connsiteX0" fmla="*/ 7843520 w 7843519"/>
              <a:gd name="connsiteY0" fmla="*/ 1186815 h 1186815"/>
              <a:gd name="connsiteX1" fmla="*/ 0 w 7843519"/>
              <a:gd name="connsiteY1" fmla="*/ 1186815 h 1186815"/>
              <a:gd name="connsiteX2" fmla="*/ 0 w 7843519"/>
              <a:gd name="connsiteY2" fmla="*/ 0 h 118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3519" h="1186815">
                <a:moveTo>
                  <a:pt x="7843520" y="1186815"/>
                </a:moveTo>
                <a:lnTo>
                  <a:pt x="0" y="11868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 rot="10800000">
            <a:off x="10848975" y="3707765"/>
            <a:ext cx="1343025" cy="3265170"/>
            <a:chOff x="0" y="606"/>
            <a:chExt cx="1437" cy="8628"/>
          </a:xfrm>
        </p:grpSpPr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5400000">
              <a:off x="-3067" y="3673"/>
              <a:ext cx="7571" cy="143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>
              <p:custDataLst>
                <p:tags r:id="rId12"/>
              </p:custDataLst>
            </p:nvPr>
          </p:nvSpPr>
          <p:spPr>
            <a:xfrm rot="5400000">
              <a:off x="-3067" y="4730"/>
              <a:ext cx="7571" cy="14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0" y="113665"/>
            <a:ext cx="1343025" cy="3265170"/>
            <a:chOff x="0" y="606"/>
            <a:chExt cx="1437" cy="8628"/>
          </a:xfrm>
        </p:grpSpPr>
        <p:sp>
          <p:nvSpPr>
            <p:cNvPr id="17" name="等腰三角形 16"/>
            <p:cNvSpPr/>
            <p:nvPr>
              <p:custDataLst>
                <p:tags r:id="rId9"/>
              </p:custDataLst>
            </p:nvPr>
          </p:nvSpPr>
          <p:spPr>
            <a:xfrm rot="5400000">
              <a:off x="-3067" y="3673"/>
              <a:ext cx="7571" cy="143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>
              <p:custDataLst>
                <p:tags r:id="rId10"/>
              </p:custDataLst>
            </p:nvPr>
          </p:nvSpPr>
          <p:spPr>
            <a:xfrm rot="5400000">
              <a:off x="-3067" y="4730"/>
              <a:ext cx="7571" cy="14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1C313C">
                <a:shade val="50000"/>
              </a:srgbClr>
            </a:lnRef>
            <a:fillRef idx="1">
              <a:srgbClr val="1C313C"/>
            </a:fillRef>
            <a:effectRef idx="0">
              <a:srgbClr val="1C313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感知机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-473034" y="0"/>
            <a:ext cx="7107238" cy="511698"/>
          </a:xfrm>
        </p:spPr>
        <p:txBody>
          <a:bodyPr/>
          <a:lstStyle/>
          <a:p>
            <a:r>
              <a:rPr lang="zh-CN" altLang="en-US" dirty="0"/>
              <a:t>监督学习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>
            <p:custDataLst>
              <p:tags r:id="rId2"/>
            </p:custDataLst>
          </p:nvPr>
        </p:nvSpPr>
        <p:spPr>
          <a:xfrm>
            <a:off x="1605879" y="2674460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01.</a:t>
            </a:r>
          </a:p>
        </p:txBody>
      </p:sp>
      <p:sp>
        <p:nvSpPr>
          <p:cNvPr id="88" name="矩形 87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3"/>
            </p:custDataLst>
          </p:nvPr>
        </p:nvSpPr>
        <p:spPr>
          <a:xfrm>
            <a:off x="2713990" y="2613025"/>
            <a:ext cx="2863850" cy="69024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1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了解感知机概念</a:t>
            </a:r>
          </a:p>
        </p:txBody>
      </p:sp>
      <p:sp>
        <p:nvSpPr>
          <p:cNvPr id="90" name="矩形 89"/>
          <p:cNvSpPr/>
          <p:nvPr>
            <p:custDataLst>
              <p:tags r:id="rId4"/>
            </p:custDataLst>
          </p:nvPr>
        </p:nvSpPr>
        <p:spPr>
          <a:xfrm>
            <a:off x="1605879" y="4520286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3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03.</a:t>
            </a:r>
          </a:p>
        </p:txBody>
      </p:sp>
      <p:sp>
        <p:nvSpPr>
          <p:cNvPr id="91" name="矩形 90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5"/>
            </p:custDataLst>
          </p:nvPr>
        </p:nvSpPr>
        <p:spPr>
          <a:xfrm>
            <a:off x="2713990" y="4458970"/>
            <a:ext cx="2863850" cy="59118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 fontScale="92500"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1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掌握求解模型的算法）</a:t>
            </a:r>
            <a:endParaRPr lang="zh-CN" altLang="en-US" sz="2400" b="1" spc="100" dirty="0">
              <a:solidFill>
                <a:schemeClr val="accent3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3" name="矩形 92"/>
          <p:cNvSpPr/>
          <p:nvPr>
            <p:custDataLst>
              <p:tags r:id="rId6"/>
            </p:custDataLst>
          </p:nvPr>
        </p:nvSpPr>
        <p:spPr>
          <a:xfrm>
            <a:off x="5777194" y="2674460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02.</a:t>
            </a:r>
          </a:p>
        </p:txBody>
      </p:sp>
      <p:sp>
        <p:nvSpPr>
          <p:cNvPr id="94" name="矩形 93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7"/>
            </p:custDataLst>
          </p:nvPr>
        </p:nvSpPr>
        <p:spPr>
          <a:xfrm>
            <a:off x="6885305" y="2613025"/>
            <a:ext cx="3202278" cy="60134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1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掌握</a:t>
            </a:r>
            <a:r>
              <a:rPr lang="zh-CN" altLang="en-US" sz="2400" b="1" spc="1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感知机的三要素</a:t>
            </a:r>
            <a:endParaRPr lang="zh-CN" altLang="en-US" sz="2400" b="1" spc="100" dirty="0">
              <a:solidFill>
                <a:schemeClr val="accent2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7" name="矩形 96"/>
          <p:cNvSpPr/>
          <p:nvPr>
            <p:custDataLst>
              <p:tags r:id="rId8"/>
            </p:custDataLst>
          </p:nvPr>
        </p:nvSpPr>
        <p:spPr>
          <a:xfrm>
            <a:off x="5777194" y="4520286"/>
            <a:ext cx="1116963" cy="8299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altLang="zh-CN" sz="4800" b="1" spc="-200" dirty="0">
                <a:solidFill>
                  <a:schemeClr val="accent4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04.</a:t>
            </a:r>
          </a:p>
        </p:txBody>
      </p:sp>
      <p:sp>
        <p:nvSpPr>
          <p:cNvPr id="98" name="矩形 97" descr="e7d195523061f1c0cef09ac28eaae964ec9988a5cce77c8b8C1E4685C6E6B40CD7615480512384A61EE159C6FE0045D14B61E85D0A95589D558B81FFC809322ACC20DC2254D928200A3EA0841B8B1814D46540F92FDE0CC7D2E4FED8FEEFC6C9A68F4EFD8E967F607C3A4874F08B710D4B9EDAF2198A37174DB562817F68A467C4A8AF4E469EC69C"/>
          <p:cNvSpPr/>
          <p:nvPr>
            <p:custDataLst>
              <p:tags r:id="rId9"/>
            </p:custDataLst>
          </p:nvPr>
        </p:nvSpPr>
        <p:spPr>
          <a:xfrm>
            <a:off x="6897370" y="4458970"/>
            <a:ext cx="2863850" cy="59118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spc="100" dirty="0">
                <a:solidFill>
                  <a:schemeClr val="accent2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+mn-lt"/>
              </a:rPr>
              <a:t>实验分析</a:t>
            </a:r>
            <a:endParaRPr lang="zh-CN" altLang="en-US" sz="2400" b="1" spc="100" dirty="0">
              <a:solidFill>
                <a:schemeClr val="accent4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1" name="文本框 100"/>
          <p:cNvSpPr txBox="1"/>
          <p:nvPr>
            <p:custDataLst>
              <p:tags r:id="rId10"/>
            </p:custDataLst>
          </p:nvPr>
        </p:nvSpPr>
        <p:spPr>
          <a:xfrm>
            <a:off x="715645" y="817880"/>
            <a:ext cx="4610100" cy="121348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5400" b="1" spc="1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n-ea"/>
                <a:sym typeface="+mn-lt"/>
              </a:rPr>
              <a:t>学习目标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4132E-71BD-46B8-BC3A-F8F202A1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1" y="416597"/>
            <a:ext cx="5917349" cy="44196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感知机（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perceptron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C61E43-9D83-4507-992C-7952E442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0" y="1351625"/>
            <a:ext cx="9620250" cy="42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3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5E753-AA92-42D5-8518-BC1755FC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感知机（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perceptron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DD2E91-9DFD-46FE-87E9-A514A426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29" y="1675383"/>
            <a:ext cx="89630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4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60AE0-89FD-4EE6-A62F-7948101B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损失函数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BEE055-A2B6-437D-A1AE-4843408F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0" y="1559603"/>
            <a:ext cx="9926530" cy="326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1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CA4AF-94FB-47F5-973F-EB2F9375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93" y="22872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损失函数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F32919-D5E3-4871-8E0A-27422A269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6" y="713343"/>
            <a:ext cx="8785795" cy="569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0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549F6-E2AF-48A1-BD19-DC1A2F8D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42" y="45210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损失函数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3440B2-A80A-4C22-9A7C-A24F66D8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4" y="1214761"/>
            <a:ext cx="63531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8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673C7-B5E9-4FE8-B8E5-BBBFDDB11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学习算法</a:t>
            </a:r>
            <a:b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6A687F-D808-4D87-99AC-5D3BAA297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78" y="1165101"/>
            <a:ext cx="10191750" cy="1047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C9583A-BB0A-450A-BC09-B4DB8BC8D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2" y="2221295"/>
            <a:ext cx="1190625" cy="5429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58BE80-67C8-40EF-A318-C5ADF9B56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07" y="2568700"/>
            <a:ext cx="6877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5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83C5F-1506-4A74-B4AA-B7358BC9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79" y="416597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学习算法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42E693-88CB-4DBF-BB6A-2083AF5A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9" y="1335580"/>
            <a:ext cx="99060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2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4E462-73EB-4818-BFC0-7B9EB71F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性质</a:t>
            </a:r>
            <a:b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5F5BD4-E600-413D-AD71-09E49BA95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36" y="885194"/>
            <a:ext cx="801052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08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AE0BF-1735-4AD4-83DC-51D3DCB4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性质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464981-4314-4315-9E3D-70B7536D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0" y="1238295"/>
            <a:ext cx="103441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20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A053C-AC78-4E94-B8EF-1F47FDC1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收敛性</a:t>
            </a:r>
            <a:b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C6B4F6-CF08-48CD-9AAB-24543A99F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83" y="1318472"/>
            <a:ext cx="96393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8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3D1A1-1CEB-4256-8D91-A02B06F0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对偶形式</a:t>
            </a:r>
            <a:b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b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0EFB75-C179-430E-AD55-2EA0B523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95" y="1379368"/>
            <a:ext cx="61245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33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200EB-4D4B-479D-9956-F10A53E6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对偶形式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D49649-C240-4E79-AEEE-D84DE386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2" y="1096614"/>
            <a:ext cx="8276855" cy="553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68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8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8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884"/>
  <p:tag name="KSO_WM_TEMPLATE_MASTER_THUMB_INDEX" val="12"/>
  <p:tag name="KSO_WM_TEMPLATE_THUMBS_INDEX" val="1、4、7、8、11、14、15、16、17、18、19、20、21、22、23、24、25、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4*i*5"/>
  <p:tag name="KSO_WM_UNIT_LAYERLEVEL" val="1"/>
  <p:tag name="KSO_WM_TAG_VERSION" val="1.0"/>
  <p:tag name="KSO_WM_BEAUTIFY_FLAG" val="#wm#"/>
  <p:tag name="KSO_WM_SLIDE_BACKGROUND_TYPE" val="left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  <p:tag name="KSO_WM_SLIDE_BACKGROUND_TYPE" val="left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  <p:tag name="KSO_WM_SLIDE_BACKGROUND_TYPE" val="left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  <p:tag name="KSO_WM_SLIDE_BACKGROUND_TYPE" val="topBotto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  <p:tag name="KSO_WM_SLIDE_BACKGROUND_TYPE" val="topBotto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  <p:tag name="KSO_WM_SLIDE_BACKGROUND_TYPE" val="topBot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  <p:tag name="KSO_WM_SLIDE_BACKGROUND_TYPE" val="bottomTop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  <p:tag name="KSO_WM_SLIDE_BACKGROUND_TYPE" val="bottomTop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  <p:tag name="KSO_WM_SLIDE_BACKGROUND_TYPE" val="bottomTop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  <p:tag name="KSO_WM_SLIDE_BACKGROUND_TYPE" val="navigati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  <p:tag name="KSO_WM_SLIDE_BACKGROUND_TYPE" val="navigatio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  <p:tag name="KSO_WM_SLIDE_BACKGROUND_TYPE" val="navigatio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884"/>
  <p:tag name="KSO_WM_SLIDE_LAYOUT" val="a_b"/>
  <p:tag name="KSO_WM_SLIDE_LAYOUT_CNT" val="1_3"/>
  <p:tag name="KSO_WM_TEMPLATE_THUMBS_INDEX" val="1、4、7、8、11、14、15、16、17、18、19、20、21、22、23、24、25、26"/>
  <p:tag name="KSO_WM_TEMPLATE_MASTER_THUMB_INDEX" val="12"/>
  <p:tag name="KSO_WM_SLIDE_MODEL_TYPE" val="cov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884_1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PRESET_TEXT" val="简约工作汇报模板"/>
  <p:tag name="KSO_WM_UNIT_ISNUMDGMTITLE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3884_1*b*2"/>
  <p:tag name="KSO_WM_TEMPLATE_CATEGORY" val="custom"/>
  <p:tag name="KSO_WM_TEMPLATE_INDEX" val="20203884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3884"/>
  <p:tag name="KSO_WM_SLIDE_LAYOUT" val="a_l"/>
  <p:tag name="KSO_WM_SLIDE_LAYOUT_CNT" val="1_1"/>
  <p:tag name="KSO_WM_SLIDE_TYPE" val="contents"/>
  <p:tag name="KSO_WM_SLIDE_SUBTYPE" val="dia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1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1_1"/>
  <p:tag name="KSO_WM_UNIT_TEXT_FILL_FORE_SCHEMECOLOR_INDEX" val="5"/>
  <p:tag name="KSO_WM_UNIT_TEXT_FILL_TYPE" val="1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1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1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3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3_1"/>
  <p:tag name="KSO_WM_UNIT_TEXT_FILL_FORE_SCHEMECOLOR_INDEX" val="5"/>
  <p:tag name="KSO_WM_UNIT_TEXT_FILL_TYPE" val="1"/>
  <p:tag name="KSO_WM_UNIT_USESOURCEFORMAT_APPLY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3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3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VALUE" val="10"/>
  <p:tag name="KSO_WM_UNIT_ISNUMDGMTITLE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2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2_1"/>
  <p:tag name="KSO_WM_UNIT_TEXT_FILL_FORE_SCHEMECOLOR_INDEX" val="5"/>
  <p:tag name="KSO_WM_UNIT_TEXT_FILL_TYPE" val="1"/>
  <p:tag name="KSO_WM_UNIT_USESOURCEFORMAT_APPLY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2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2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VALUE" val="10"/>
  <p:tag name="KSO_WM_UNIT_ISNUMDGMTITLE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i*1_4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DIAGRAM_GROUP_CODE" val="l1-1"/>
  <p:tag name="KSO_WM_UNIT_TYPE" val="l_h_i"/>
  <p:tag name="KSO_WM_UNIT_INDEX" val="1_4_1"/>
  <p:tag name="KSO_WM_UNIT_TEXT_FILL_FORE_SCHEMECOLOR_INDEX" val="5"/>
  <p:tag name="KSO_WM_UNIT_TEXT_FILL_TYPE" val="1"/>
  <p:tag name="KSO_WM_UNIT_USESOURCEFORMAT_APPLY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l_h_a*1_4_1"/>
  <p:tag name="KSO_WM_TEMPLATE_CATEGORY" val="custom"/>
  <p:tag name="KSO_WM_TEMPLATE_INDEX" val="20203884"/>
  <p:tag name="KSO_WM_UNIT_LAYERLEVEL" val="1_1_1"/>
  <p:tag name="KSO_WM_TAG_VERSION" val="1.0"/>
  <p:tag name="KSO_WM_BEAUTIFY_FLAG" val="#wm#"/>
  <p:tag name="KSO_WM_UNIT_ISCONTENTSTITLE" val="0"/>
  <p:tag name="KSO_WM_UNIT_NOCLEAR" val="0"/>
  <p:tag name="KSO_WM_DIAGRAM_GROUP_CODE" val="l1-1"/>
  <p:tag name="KSO_WM_UNIT_TYPE" val="l_h_a"/>
  <p:tag name="KSO_WM_UNIT_INDEX" val="1_4_1"/>
  <p:tag name="KSO_WM_UNIT_PRESET_TEXT" val="单击此处添加标题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4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ISCONTENTSTITLE" val="1"/>
  <p:tag name="KSO_WM_UNIT_PRESET_TEXT" val="CONTENTS"/>
  <p:tag name="KSO_WM_UNIT_NOCLEAR" val="0"/>
  <p:tag name="KSO_WM_UNIT_VALUE" val="7"/>
  <p:tag name="KSO_WM_DIAGRAM_GROUP_CODE" val="l1-1"/>
  <p:tag name="KSO_WM_UNIT_TYPE" val="a"/>
  <p:tag name="KSO_WM_UNIT_INDEX" val="1"/>
  <p:tag name="KSO_WM_UNIT_TEXT_FILL_FORE_SCHEMECOLOR_INDEX" val="13"/>
  <p:tag name="KSO_WM_UNIT_TEXT_FILL_TYPE" val="1"/>
  <p:tag name="KSO_WM_UNIT_USESOURCEFORMAT_APPLY" val="1"/>
  <p:tag name="KSO_WM_UNIT_ISNUMDGMTITLE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884_26"/>
  <p:tag name="KSO_WM_TEMPLATE_SUBCATEGORY" val="0"/>
  <p:tag name="KSO_WM_TEMPLATE_MASTER_TYPE" val="1"/>
  <p:tag name="KSO_WM_TEMPLATE_COLOR_TYPE" val="1"/>
  <p:tag name="KSO_WM_SLIDE_ITEM_CNT" val="0"/>
  <p:tag name="KSO_WM_SLIDE_INDEX" val="26"/>
  <p:tag name="KSO_WM_TAG_VERSION" val="1.0"/>
  <p:tag name="KSO_WM_BEAUTIFY_FLAG" val="#wm#"/>
  <p:tag name="KSO_WM_TEMPLATE_CATEGORY" val="custom"/>
  <p:tag name="KSO_WM_TEMPLATE_INDEX" val="20203884"/>
  <p:tag name="KSO_WM_SLIDE_TYPE" val="endPage"/>
  <p:tag name="KSO_WM_SLIDE_SUBTYPE" val="pureTxt"/>
  <p:tag name="KSO_WM_SLIDE_LAYOUT" val="a"/>
  <p:tag name="KSO_WM_SLIDE_LAYOUT_CNT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884_26*a*1"/>
  <p:tag name="KSO_WM_TEMPLATE_CATEGORY" val="custom"/>
  <p:tag name="KSO_WM_TEMPLATE_INDEX" val="20203884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5"/>
  <p:tag name="KSO_WM_UNIT_TYPE" val="a"/>
  <p:tag name="KSO_WM_UNIT_INDEX" val="1"/>
  <p:tag name="KSO_WM_UNIT_PRESET_TEXT" val="THANKS"/>
  <p:tag name="KSO_WM_UNIT_ISNUMDGMTITLE" val="0"/>
</p:tagLst>
</file>

<file path=ppt/theme/theme1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002842"/>
      </a:dk2>
      <a:lt2>
        <a:srgbClr val="FFFFFF"/>
      </a:lt2>
      <a:accent1>
        <a:srgbClr val="5195A5"/>
      </a:accent1>
      <a:accent2>
        <a:srgbClr val="8CA26C"/>
      </a:accent2>
      <a:accent3>
        <a:srgbClr val="C5B331"/>
      </a:accent3>
      <a:accent4>
        <a:srgbClr val="E1A215"/>
      </a:accent4>
      <a:accent5>
        <a:srgbClr val="E87A20"/>
      </a:accent5>
      <a:accent6>
        <a:srgbClr val="DD431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55</Words>
  <Application>Microsoft Office PowerPoint</Application>
  <PresentationFormat>宽屏</PresentationFormat>
  <Paragraphs>24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Calibri</vt:lpstr>
      <vt:lpstr>Open Sans</vt:lpstr>
      <vt:lpstr>Office 主题​​</vt:lpstr>
      <vt:lpstr>感知机</vt:lpstr>
      <vt:lpstr>PowerPoint 演示文稿</vt:lpstr>
      <vt:lpstr>感知机（perceptron）</vt:lpstr>
      <vt:lpstr>感知机（perceptron）</vt:lpstr>
      <vt:lpstr>损失函数</vt:lpstr>
      <vt:lpstr>损失函数</vt:lpstr>
      <vt:lpstr>损失函数</vt:lpstr>
      <vt:lpstr>学习算法 </vt:lpstr>
      <vt:lpstr>学习算法</vt:lpstr>
      <vt:lpstr>性质 </vt:lpstr>
      <vt:lpstr>性质</vt:lpstr>
      <vt:lpstr>收敛性 </vt:lpstr>
      <vt:lpstr>对偶形式  </vt:lpstr>
      <vt:lpstr>对偶形式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课程介绍</dc:title>
  <dc:creator>邵欣怡</dc:creator>
  <cp:lastModifiedBy>LIU HAIBIN</cp:lastModifiedBy>
  <cp:revision>42</cp:revision>
  <dcterms:created xsi:type="dcterms:W3CDTF">2021-03-01T12:12:00Z</dcterms:created>
  <dcterms:modified xsi:type="dcterms:W3CDTF">2021-10-15T13:28:00Z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